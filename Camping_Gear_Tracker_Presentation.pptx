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Camping Gear Tracker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>
                <a:solidFill>
                  <a:schemeClr val="tx1"/>
                </a:solidFill>
              </a:rPr>
              <a:t>Name: Viraat Naidoo</a:t>
            </a:r>
          </a:p>
          <a:p>
            <a:r>
              <a:rPr lang="en-ZA" dirty="0">
                <a:solidFill>
                  <a:schemeClr val="tx1"/>
                </a:solidFill>
              </a:rPr>
              <a:t>Student Number:ST10509365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Camping Gear Tracker App allows users to add, view, and manage camping gear items. It demonstrates Kotlin fundamentals, ArrayLists, Intents, and user interaction.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camping equipment</a:t>
            </a:r>
          </a:p>
          <a:p>
            <a:r>
              <a:t>• Organize gear by category</a:t>
            </a:r>
          </a:p>
          <a:p>
            <a:r>
              <a:t>• Monitor quantities</a:t>
            </a:r>
          </a:p>
          <a:p>
            <a:r>
              <a:t>• Improve packing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new gear items</a:t>
            </a:r>
          </a:p>
          <a:p>
            <a:r>
              <a:t>• View all stored items</a:t>
            </a:r>
          </a:p>
          <a:p>
            <a:r>
              <a:t>• Display detailed gear information</a:t>
            </a:r>
          </a:p>
          <a:p>
            <a:r>
              <a:t>• Easy navigation between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Kotlin</a:t>
            </a:r>
          </a:p>
          <a:p>
            <a:r>
              <a:t>• Android Studio</a:t>
            </a:r>
          </a:p>
          <a:p>
            <a:r>
              <a:t>• ArrayLists</a:t>
            </a:r>
          </a:p>
          <a:p>
            <a:r>
              <a:t>• Intents</a:t>
            </a:r>
          </a:p>
          <a:p>
            <a:r>
              <a:t>• XML Layouts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Screen 1: </a:t>
            </a:r>
            <a:r>
              <a:rPr lang="en-ZA" dirty="0"/>
              <a:t>Splash Screen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Users</a:t>
            </a:r>
            <a:r>
              <a:rPr lang="en-ZA" dirty="0"/>
              <a:t> start the app by clicking the Start button and they are greeted by a title and image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09151-D6E1-4FB8-952B-0D8927E3C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2" y="2704105"/>
            <a:ext cx="2743438" cy="31016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2: Gear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Displays all camping gear items stored in the </a:t>
            </a:r>
            <a:r>
              <a:rPr dirty="0" err="1"/>
              <a:t>ArrayLists</a:t>
            </a:r>
            <a:r>
              <a:rPr dirty="0"/>
              <a:t>. Users can review the information entered.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540D1-6067-61E1-EBF7-09523E45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333" y="2833997"/>
            <a:ext cx="2705334" cy="3749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3: Detailed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detailed information about the selected camping gear item and provides a clearer overview of stored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F6BAB-9209-FC11-16E3-CE7B836AF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034" y="3374771"/>
            <a:ext cx="2720576" cy="2933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Working with ArrayLists</a:t>
            </a:r>
          </a:p>
          <a:p>
            <a:r>
              <a:t>• Passing data using Intents</a:t>
            </a:r>
          </a:p>
          <a:p>
            <a:r>
              <a:t>• Input validation</a:t>
            </a:r>
          </a:p>
          <a:p>
            <a:r>
              <a:t>• Android UI design</a:t>
            </a:r>
          </a:p>
          <a:p>
            <a:r>
              <a:t>• Event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Camping Gear Tracker App is a practical project that demonstrates core Android development concepts while solving a real-world camping organization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214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Camping Gear Tracker App</vt:lpstr>
      <vt:lpstr>Project Overview</vt:lpstr>
      <vt:lpstr>Purpose of the App</vt:lpstr>
      <vt:lpstr>Key Features</vt:lpstr>
      <vt:lpstr>Technologies Used</vt:lpstr>
      <vt:lpstr>Screen 1: Splash Screen</vt:lpstr>
      <vt:lpstr>Screen 2: Gear List</vt:lpstr>
      <vt:lpstr>Screen 3: Detailed View</vt:lpstr>
      <vt:lpstr>Learning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VEGITO 91</dc:creator>
  <cp:keywords/>
  <dc:description>generated using python-pptx</dc:description>
  <cp:lastModifiedBy>VEGITO 91</cp:lastModifiedBy>
  <cp:revision>2</cp:revision>
  <dcterms:created xsi:type="dcterms:W3CDTF">2013-01-27T09:14:16Z</dcterms:created>
  <dcterms:modified xsi:type="dcterms:W3CDTF">2026-06-10T12:51:51Z</dcterms:modified>
  <cp:category/>
</cp:coreProperties>
</file>